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Lato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07595b09d_2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d07595b09d_2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07595b09d_2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07595b09d_2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07595b09d_2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d07595b09d_2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07595b09d_2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07595b09d_2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" name="Google Shape;56;p14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57" name="Google Shape;57;p14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1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5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66" name="Google Shape;66;p15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8" name="Google Shape;88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5" name="Google Shape;95;p1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17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3" name="Google Shape;103;p1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1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9" name="Google Shape;109;p1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19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20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16" name="Google Shape;116;p20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0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0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0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0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0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0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0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0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0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0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0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0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0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0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0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0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0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20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21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38" name="Google Shape;138;p21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21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1" name="Google Shape;141;p21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42" name="Google Shape;142;p21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22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46" name="Google Shape;146;p22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2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52" name="Google Shape;152;p2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" name="Google Shape;170;p23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71" name="Google Shape;171;p23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1" y="2576604"/>
            <a:ext cx="4571999" cy="2566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6"/>
          <p:cNvPicPr preferRelativeResize="0"/>
          <p:nvPr/>
        </p:nvPicPr>
        <p:blipFill rotWithShape="1">
          <a:blip r:embed="rId4">
            <a:alphaModFix/>
          </a:blip>
          <a:srcRect b="970" l="0" r="0" t="0"/>
          <a:stretch/>
        </p:blipFill>
        <p:spPr>
          <a:xfrm>
            <a:off x="0" y="0"/>
            <a:ext cx="4572001" cy="25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1" y="0"/>
            <a:ext cx="4571999" cy="2576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2576679"/>
            <a:ext cx="4572000" cy="2566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2300" y="0"/>
            <a:ext cx="716929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CCCC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8" title="e009c6f13e3e4c95aac9470a370eab0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0875" y="0"/>
            <a:ext cx="736224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29" title="Untitled-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0"/>
            <a:ext cx="8191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