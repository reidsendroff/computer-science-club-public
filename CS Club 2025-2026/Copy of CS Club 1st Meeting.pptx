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63fbf69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63fbf69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63fbf69b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63fbf69b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3fbf69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63fbf69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63fbf69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63fbf69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63fbf69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63fbf69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63fbf69b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63fbf69b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63fbf69b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63fbf69b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68069136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68069136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pclassic.org/" TargetMode="External"/><Relationship Id="rId4" Type="http://schemas.openxmlformats.org/officeDocument/2006/relationships/hyperlink" Target="https://calico.cs.berkeley.edu/" TargetMode="External"/><Relationship Id="rId10" Type="http://schemas.openxmlformats.org/officeDocument/2006/relationships/hyperlink" Target="https://codeforces.com/blog/entry/146883" TargetMode="External"/><Relationship Id="rId9" Type="http://schemas.openxmlformats.org/officeDocument/2006/relationships/hyperlink" Target="https://www.acsl.org/Registration" TargetMode="External"/><Relationship Id="rId5" Type="http://schemas.openxmlformats.org/officeDocument/2006/relationships/hyperlink" Target="https://hspt.ucfprogrammingteam.org/" TargetMode="External"/><Relationship Id="rId6" Type="http://schemas.openxmlformats.org/officeDocument/2006/relationships/hyperlink" Target="https://www.bebraschallenge.org/" TargetMode="External"/><Relationship Id="rId7" Type="http://schemas.openxmlformats.org/officeDocument/2006/relationships/hyperlink" Target="https://adventofcode.com/" TargetMode="External"/><Relationship Id="rId8" Type="http://schemas.openxmlformats.org/officeDocument/2006/relationships/hyperlink" Target="https://codeforces.com/blog/entry/140790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sumo.stanford.edu/proco/index.html" TargetMode="External"/><Relationship Id="rId10" Type="http://schemas.openxmlformats.org/officeDocument/2006/relationships/hyperlink" Target="https://sumo.stanford.edu/proco/index.html" TargetMode="External"/><Relationship Id="rId13" Type="http://schemas.openxmlformats.org/officeDocument/2006/relationships/hyperlink" Target="https://gamedev.njit.edu/hspc" TargetMode="External"/><Relationship Id="rId12" Type="http://schemas.openxmlformats.org/officeDocument/2006/relationships/hyperlink" Target="https://www.sjny.edu/long-island/academics/programs-departments/mathematics-and-computer-science/programming-competition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s.cornell.edu/events/high-school-programming-workshop-and-contest" TargetMode="External"/><Relationship Id="rId4" Type="http://schemas.openxmlformats.org/officeDocument/2006/relationships/hyperlink" Target="https://www.cs.cornell.edu/events/high-school-programming-workshop-and-contest" TargetMode="External"/><Relationship Id="rId9" Type="http://schemas.openxmlformats.org/officeDocument/2006/relationships/hyperlink" Target="https://codesprintla.uclaacm.com/" TargetMode="External"/><Relationship Id="rId15" Type="http://schemas.openxmlformats.org/officeDocument/2006/relationships/hyperlink" Target="https://www.lockheedmartin.com/en-us/who-we-are/communities/codequest.html" TargetMode="External"/><Relationship Id="rId14" Type="http://schemas.openxmlformats.org/officeDocument/2006/relationships/hyperlink" Target="https://gamedev.njit.edu/hspc" TargetMode="External"/><Relationship Id="rId17" Type="http://schemas.openxmlformats.org/officeDocument/2006/relationships/hyperlink" Target="https://codeforces.com/blog/entry/140790" TargetMode="External"/><Relationship Id="rId16" Type="http://schemas.openxmlformats.org/officeDocument/2006/relationships/hyperlink" Target="https://www.techgig.com/codegladiators" TargetMode="External"/><Relationship Id="rId5" Type="http://schemas.openxmlformats.org/officeDocument/2006/relationships/hyperlink" Target="https://calico.cs.berkeley.edu/" TargetMode="External"/><Relationship Id="rId6" Type="http://schemas.openxmlformats.org/officeDocument/2006/relationships/hyperlink" Target="https://www.pclassic.org/" TargetMode="External"/><Relationship Id="rId18" Type="http://schemas.openxmlformats.org/officeDocument/2006/relationships/hyperlink" Target="https://www.acsl.org/Registration" TargetMode="External"/><Relationship Id="rId7" Type="http://schemas.openxmlformats.org/officeDocument/2006/relationships/hyperlink" Target="https://cmimc.math.cmu.edu/programming" TargetMode="External"/><Relationship Id="rId8" Type="http://schemas.openxmlformats.org/officeDocument/2006/relationships/hyperlink" Target="https://codesprintla.uclaacm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eetcode.com/contest/" TargetMode="External"/><Relationship Id="rId4" Type="http://schemas.openxmlformats.org/officeDocument/2006/relationships/hyperlink" Target="https://codeforces.com/contests" TargetMode="External"/><Relationship Id="rId9" Type="http://schemas.openxmlformats.org/officeDocument/2006/relationships/hyperlink" Target="https://open.kattis.com/contests" TargetMode="External"/><Relationship Id="rId5" Type="http://schemas.openxmlformats.org/officeDocument/2006/relationships/hyperlink" Target="https://atcoder.jp/" TargetMode="External"/><Relationship Id="rId6" Type="http://schemas.openxmlformats.org/officeDocument/2006/relationships/hyperlink" Target="https://www.codechef.com/contests" TargetMode="External"/><Relationship Id="rId7" Type="http://schemas.openxmlformats.org/officeDocument/2006/relationships/hyperlink" Target="https://www.hackerrank.com/contests" TargetMode="External"/><Relationship Id="rId8" Type="http://schemas.openxmlformats.org/officeDocument/2006/relationships/hyperlink" Target="https://www.topcoder.com/community/events/?tracks%5B6VRnpD1QYfm1cXMVh6AFOx%5D=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13-aGyluV_62gc4XnXLcgrPDCuaS_x_owsM7EL2qm6Y4/preview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Science Club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298075" y="3924925"/>
            <a:ext cx="46878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Brought</a:t>
            </a:r>
            <a:r>
              <a:rPr lang="en"/>
              <a:t> by the club leadership: </a:t>
            </a:r>
            <a:r>
              <a:rPr b="1" lang="en"/>
              <a:t>Matt </a:t>
            </a:r>
            <a:r>
              <a:rPr lang="en"/>
              <a:t>Jin, </a:t>
            </a:r>
            <a:r>
              <a:rPr b="1" lang="en"/>
              <a:t>Reid </a:t>
            </a:r>
            <a:r>
              <a:rPr lang="en"/>
              <a:t>Sendroff &amp; </a:t>
            </a:r>
            <a:r>
              <a:rPr b="1" lang="en"/>
              <a:t>Max </a:t>
            </a:r>
            <a:r>
              <a:rPr lang="en"/>
              <a:t>Bergman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Compete in International and National Contests this year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Learn Competitive Programming 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Build Teamwork and Problem solving skills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Grow as programmers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Prepare for future competitions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Build Projects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Learn Programming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Computer Science Club?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473819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Beginner Friendly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Advance</a:t>
            </a:r>
            <a:r>
              <a:rPr lang="en" sz="2400"/>
              <a:t> </a:t>
            </a:r>
            <a:r>
              <a:rPr lang="en" sz="2400"/>
              <a:t>Friendly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Casual and Serious commitment welcome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Opportunities for Leading the club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Work on real-world coding challenges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Opportunity to learn advanced problem-solving beyond school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Compete in engaging contests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86375" y="393750"/>
            <a:ext cx="790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Benefits</a:t>
            </a:r>
            <a:r>
              <a:rPr lang="en" sz="2200"/>
              <a:t> of participation in the </a:t>
            </a:r>
            <a:r>
              <a:rPr b="1" lang="en" sz="2200"/>
              <a:t>Computer Science</a:t>
            </a:r>
            <a:r>
              <a:rPr lang="en" sz="2200"/>
              <a:t> Club</a:t>
            </a:r>
            <a:endParaRPr sz="2200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463425" y="1201800"/>
            <a:ext cx="8332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Improve critical thinking and </a:t>
            </a:r>
            <a:r>
              <a:rPr b="1" lang="en" sz="1800"/>
              <a:t>algorithms </a:t>
            </a:r>
            <a:r>
              <a:rPr lang="en" sz="1800"/>
              <a:t>skills through lectures/workshops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Stand out on </a:t>
            </a:r>
            <a:r>
              <a:rPr b="1" lang="en" sz="1800"/>
              <a:t>college </a:t>
            </a:r>
            <a:r>
              <a:rPr lang="en" sz="1800"/>
              <a:t>applications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Access to resources, </a:t>
            </a:r>
            <a:r>
              <a:rPr b="1" lang="en" sz="1800"/>
              <a:t>mentorship</a:t>
            </a:r>
            <a:r>
              <a:rPr lang="en" sz="1800"/>
              <a:t>, and prep sessions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Networking: meet students interested in </a:t>
            </a:r>
            <a:r>
              <a:rPr b="1" lang="en" sz="1800"/>
              <a:t>tech/CS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Earn </a:t>
            </a:r>
            <a:r>
              <a:rPr b="1" lang="en" sz="1800"/>
              <a:t>Leadership </a:t>
            </a:r>
            <a:r>
              <a:rPr lang="en" sz="1800"/>
              <a:t>positions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Win </a:t>
            </a:r>
            <a:r>
              <a:rPr b="1" lang="en" sz="1800"/>
              <a:t>Awards </a:t>
            </a:r>
            <a:r>
              <a:rPr lang="en" sz="1800"/>
              <a:t>in </a:t>
            </a:r>
            <a:r>
              <a:rPr b="1" lang="en" sz="1800"/>
              <a:t>prestigious competitions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&amp; Winter Contests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PClassic </a:t>
            </a:r>
            <a:r>
              <a:rPr lang="en" sz="1600"/>
              <a:t>(</a:t>
            </a:r>
            <a:r>
              <a:rPr b="1" lang="en" sz="1600"/>
              <a:t>UPenn</a:t>
            </a:r>
            <a:r>
              <a:rPr lang="en" sz="1600"/>
              <a:t>) — Fall edition — semesterly HS programming contest (TBD)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CALICO </a:t>
            </a:r>
            <a:r>
              <a:rPr lang="en" sz="1600"/>
              <a:t>(</a:t>
            </a:r>
            <a:r>
              <a:rPr b="1" lang="en" sz="1600"/>
              <a:t>UC Berkeley</a:t>
            </a:r>
            <a:r>
              <a:rPr lang="en" sz="1600"/>
              <a:t>) — Fall edition — biannual HS team contest; (November)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UCF HSPT </a:t>
            </a:r>
            <a:r>
              <a:rPr lang="en" sz="1600"/>
              <a:t>— Online edition (December)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Bebras Computing Challenge</a:t>
            </a:r>
            <a:r>
              <a:rPr lang="en" sz="1600"/>
              <a:t> (November)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Advent Of Code</a:t>
            </a:r>
            <a:r>
              <a:rPr lang="en" sz="1600"/>
              <a:t> (Fall online rounds)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8"/>
              </a:rPr>
              <a:t>MIT Informatics Contest Winter Round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9"/>
              </a:rPr>
              <a:t>American Computer Science League (ACSL) </a:t>
            </a:r>
            <a:r>
              <a:rPr lang="en" sz="1600"/>
              <a:t>contests #1/#2/#3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10"/>
              </a:rPr>
              <a:t>Meta Hacker Cup</a:t>
            </a:r>
            <a:r>
              <a:rPr lang="en" sz="1600"/>
              <a:t> (Practice Round starts place 10/7 (TOMORROW) and ends on 10/17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Contests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Cornell </a:t>
            </a:r>
            <a:r>
              <a:rPr lang="en" u="sng">
                <a:solidFill>
                  <a:schemeClr val="hlink"/>
                </a:solidFill>
                <a:hlinkClick r:id="rId4"/>
              </a:rPr>
              <a:t>HS Programming Workshop </a:t>
            </a:r>
            <a:r>
              <a:rPr lang="en"/>
              <a:t>&amp; Contest (March-April)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CALICO </a:t>
            </a:r>
            <a:r>
              <a:rPr lang="en"/>
              <a:t>(</a:t>
            </a:r>
            <a:r>
              <a:rPr b="1" lang="en"/>
              <a:t>UC Berkeley</a:t>
            </a:r>
            <a:r>
              <a:rPr lang="en"/>
              <a:t>) — Spring edition (April)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PClassic (UPenn) </a:t>
            </a:r>
            <a:r>
              <a:rPr lang="en"/>
              <a:t>— Spring edition (April)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CMIMC </a:t>
            </a:r>
            <a:r>
              <a:rPr lang="en"/>
              <a:t>— Programming Division (</a:t>
            </a:r>
            <a:r>
              <a:rPr b="1" lang="en"/>
              <a:t>Carnegie</a:t>
            </a:r>
            <a:r>
              <a:rPr b="1" lang="en"/>
              <a:t> Mellon University</a:t>
            </a:r>
            <a:r>
              <a:rPr lang="en"/>
              <a:t>) (April)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u="sng">
                <a:solidFill>
                  <a:schemeClr val="hlink"/>
                </a:solidFill>
                <a:hlinkClick r:id="rId8"/>
              </a:rPr>
              <a:t>UCLA </a:t>
            </a:r>
            <a:r>
              <a:rPr lang="en" u="sng">
                <a:solidFill>
                  <a:schemeClr val="hlink"/>
                </a:solidFill>
                <a:hlinkClick r:id="rId9"/>
              </a:rPr>
              <a:t>CodeSprint LA</a:t>
            </a:r>
            <a:r>
              <a:rPr lang="en"/>
              <a:t> (April)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u="sng">
                <a:solidFill>
                  <a:schemeClr val="hlink"/>
                </a:solidFill>
                <a:hlinkClick r:id="rId10"/>
              </a:rPr>
              <a:t>Stanford </a:t>
            </a:r>
            <a:r>
              <a:rPr lang="en" u="sng">
                <a:solidFill>
                  <a:schemeClr val="hlink"/>
                </a:solidFill>
                <a:hlinkClick r:id="rId11"/>
              </a:rPr>
              <a:t>ProCo</a:t>
            </a:r>
            <a:r>
              <a:rPr lang="en"/>
              <a:t> (March-April)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u="sng">
                <a:solidFill>
                  <a:schemeClr val="hlink"/>
                </a:solidFill>
                <a:hlinkClick r:id="rId12"/>
              </a:rPr>
              <a:t>St. Joseph’s University</a:t>
            </a:r>
            <a:r>
              <a:rPr b="1" lang="en"/>
              <a:t> </a:t>
            </a:r>
            <a:r>
              <a:rPr lang="en"/>
              <a:t>(Long Island) High School Programming Competition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u="sng">
                <a:solidFill>
                  <a:schemeClr val="hlink"/>
                </a:solidFill>
                <a:hlinkClick r:id="rId13"/>
              </a:rPr>
              <a:t>NJIT </a:t>
            </a:r>
            <a:r>
              <a:rPr lang="en" u="sng">
                <a:solidFill>
                  <a:schemeClr val="hlink"/>
                </a:solidFill>
                <a:hlinkClick r:id="rId14"/>
              </a:rPr>
              <a:t>High School Programming Contest</a:t>
            </a:r>
            <a:r>
              <a:rPr lang="en"/>
              <a:t> (March-April)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15"/>
              </a:rPr>
              <a:t>Lockheed Martin Code Quest</a:t>
            </a:r>
            <a:r>
              <a:rPr lang="en"/>
              <a:t> (March 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16"/>
              </a:rPr>
              <a:t>TechGig Code Gladiators</a:t>
            </a:r>
            <a:r>
              <a:rPr lang="en"/>
              <a:t> (March-April)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17"/>
              </a:rPr>
              <a:t>MIT Informatics Contest Spring Round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accent5"/>
                </a:solidFill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American Computer Science League (ACSL) </a:t>
            </a:r>
            <a:r>
              <a:rPr lang="en" sz="1600"/>
              <a:t>contests #4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Recurring Contests 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Leetcode Contests </a:t>
            </a:r>
            <a:r>
              <a:rPr lang="en"/>
              <a:t>(Weekly and Biweekly, 1 or 2 contests per week)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Codeforces Rounds</a:t>
            </a:r>
            <a:r>
              <a:rPr lang="en"/>
              <a:t> (around 5-10 contests every two weeks)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AtCoder Competitions</a:t>
            </a:r>
            <a:r>
              <a:rPr lang="en"/>
              <a:t> (Happens On weekends)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CodeChef </a:t>
            </a:r>
            <a:r>
              <a:rPr lang="en"/>
              <a:t> (5-10 rated contests per month)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HackerRank </a:t>
            </a:r>
            <a:r>
              <a:rPr lang="en"/>
              <a:t>(Monthly contests)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TopCoder</a:t>
            </a:r>
            <a:r>
              <a:rPr lang="en"/>
              <a:t> Contests 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Kattis Contests</a:t>
            </a:r>
            <a:r>
              <a:rPr lang="en"/>
              <a:t> (Around 5-10 contests every month)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 form: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219200" y="1463075"/>
            <a:ext cx="5010300" cy="28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If you have not already done so, please respond to this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google form</a:t>
            </a:r>
            <a:r>
              <a:rPr lang="en" sz="1700"/>
              <a:t> to express your interest in the  Computer Science Club this year!</a:t>
            </a:r>
            <a:endParaRPr sz="1700"/>
          </a:p>
        </p:txBody>
      </p:sp>
      <p:pic>
        <p:nvPicPr>
          <p:cNvPr id="178" name="Google Shape;178;p20" title="CS_GOOGLE_FORM_QRCOD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250" y="1073250"/>
            <a:ext cx="2997000" cy="29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Meeting’s Coding Challenge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 will be 15 problems ranging from basic coding challenges to problems involving data structures and algorithms, to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