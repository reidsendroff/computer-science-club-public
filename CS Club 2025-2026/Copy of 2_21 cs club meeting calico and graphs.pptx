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654175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654175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Coding Explanation and Calico overview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Max, Reid, Mathew, Alex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